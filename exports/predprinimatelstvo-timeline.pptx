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Хронология истории предпринимательской мысли от античной предыстории до технологического предпринимательства; слайд на русском языке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 древнего хозяйства к технопредпринимательству</dc:title>
  <dc:subject>Краткая хронология идей и исследовательского поля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